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9144000" cy="51435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Georgia" panose="02040502050405020303" pitchFamily="18" charset="0"/>
      <p:regular r:id="rId25"/>
      <p:bold r:id="rId26"/>
      <p: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000000"/>
          </p15:clr>
        </p15:guide>
        <p15:guide id="2" pos="2448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86"/>
  </p:normalViewPr>
  <p:slideViewPr>
    <p:cSldViewPr snapToGrid="0">
      <p:cViewPr varScale="1">
        <p:scale>
          <a:sx n="136" d="100"/>
          <a:sy n="136" d="100"/>
        </p:scale>
        <p:origin x="960" y="19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7a6d7b17f3_0_1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g7a6d7b17f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7a6d7b17f3_0_19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g7a6d7b17f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7a6d7b17f3_0_78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7a6d7b17f3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7a6d7b17f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7a6d7b17f3_0_37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a6d7b17f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a6d7b17f3_0_4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a6d7b17f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a6d7b17f3_0_48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7a6d7b17f3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7a6d7b17f3_0_58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7a6d7b17f3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7a6d7b17f3_0_6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7a6d7b17f3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7a6d7b17f3_0_7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a6d7b17f3_0_8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7a6d7b17f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a6d7b17f3_0_100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7a6d7b17f3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a6d7b17f3_0_108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7a6d7b17f3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a6d7b17f3_0_116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7a6d7b17f3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7a6d7b17f3_0_124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7a6d7b17f3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7a6d7b17f3_0_136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7a6d7b17f3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shrutimehta/zomato-restaurants-dat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veloper.foursquare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shrutimehta/zomato-restaurants-dat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" name="Google Shape;22;p3"/>
          <p:cNvSpPr txBox="1"/>
          <p:nvPr/>
        </p:nvSpPr>
        <p:spPr>
          <a:xfrm>
            <a:off x="683825" y="1317075"/>
            <a:ext cx="7517100" cy="16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Explore Zomato restaurants dataset in the city of New Delhi</a:t>
            </a:r>
            <a:endParaRPr b="1"/>
          </a:p>
          <a:p>
            <a:pPr marL="0" marR="0" lvl="0" indent="0" algn="l" rtl="0">
              <a:lnSpc>
                <a:spcPct val="104190"/>
              </a:lnSpc>
              <a:spcBef>
                <a:spcPts val="648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794B4-03A9-F740-A951-2DDB54F73FA4}"/>
              </a:ext>
            </a:extLst>
          </p:cNvPr>
          <p:cNvSpPr txBox="1"/>
          <p:nvPr/>
        </p:nvSpPr>
        <p:spPr>
          <a:xfrm>
            <a:off x="683825" y="2571750"/>
            <a:ext cx="3516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dirty="0"/>
              <a:t>NATALIA GUTIERREZ GARCIA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/>
        </p:nvSpPr>
        <p:spPr>
          <a:xfrm>
            <a:off x="397425" y="532950"/>
            <a:ext cx="8199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455600" y="1043075"/>
            <a:ext cx="8140800" cy="3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New Delhi is the capital city of India. It is a part of the city of Delhi’s 11 districts. The city itself has a population of 257,803. However, the much larger metro area has a population that exceeds 26 million.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58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With its diverse culture , comes diverse food items. There are many restaurants in New Delhi City, each belonging to different categories like Chinese , Italian , French etc.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58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So as part of this project , we will list and visualize all major parts of New Delhi City 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58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/>
        </p:nvSpPr>
        <p:spPr>
          <a:xfrm>
            <a:off x="397425" y="532950"/>
            <a:ext cx="8199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Objectives</a:t>
            </a:r>
            <a:endParaRPr/>
          </a:p>
        </p:txBody>
      </p:sp>
      <p:sp>
        <p:nvSpPr>
          <p:cNvPr id="34" name="Google Shape;34;p5"/>
          <p:cNvSpPr txBox="1"/>
          <p:nvPr/>
        </p:nvSpPr>
        <p:spPr>
          <a:xfrm>
            <a:off x="455600" y="654175"/>
            <a:ext cx="8140800" cy="3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45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Questions that can be asked using the above mentioned datasets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749300" lvl="0" indent="-317500" algn="l" rtl="0">
              <a:lnSpc>
                <a:spcPct val="15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What is best location in New Delhi City for Chinese Cuisine ?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175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Which areas have large number of Chinese Restaurant Market ?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175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Which all areas have less number of restaurant ?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175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Which is the best place to stay if I prefer Chinese Cuisine ?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175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What places are have best restaurant in New Delhi?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58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/>
        </p:nvSpPr>
        <p:spPr>
          <a:xfrm>
            <a:off x="397425" y="542250"/>
            <a:ext cx="80313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/>
          </a:p>
        </p:txBody>
      </p:sp>
      <p:sp>
        <p:nvSpPr>
          <p:cNvPr id="40" name="Google Shape;40;p6"/>
          <p:cNvSpPr txBox="1"/>
          <p:nvPr/>
        </p:nvSpPr>
        <p:spPr>
          <a:xfrm>
            <a:off x="717300" y="1097800"/>
            <a:ext cx="7709400" cy="3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For this project we need the following data :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17500" algn="l" rtl="0">
              <a:lnSpc>
                <a:spcPct val="158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New Delhi Restaurants data that contains list Locality, Restaurant name,Rating along with their latitude and longitude.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175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Data source : </a:t>
            </a:r>
            <a:r>
              <a:rPr lang="en-US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Georgia"/>
                <a:ea typeface="Georgia"/>
                <a:cs typeface="Georgia"/>
                <a:sym typeface="Georgia"/>
                <a:hlinkClick r:id="rId3"/>
              </a:rPr>
              <a:t>Zomato kaggel dataset</a:t>
            </a:r>
            <a:endParaRPr>
              <a:solidFill>
                <a:schemeClr val="hlink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175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Description : This data set contains the required information. And we will use this data set to explore various locality of new delhi city.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175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Nearby places in each locality of new delhi city.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175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Data source : </a:t>
            </a:r>
            <a:r>
              <a:rPr lang="en-US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Georgia"/>
                <a:ea typeface="Georgia"/>
                <a:cs typeface="Georgia"/>
                <a:sym typeface="Georgia"/>
                <a:hlinkClick r:id="rId4"/>
              </a:rPr>
              <a:t>Fousquare API</a:t>
            </a:r>
            <a:endParaRPr>
              <a:solidFill>
                <a:schemeClr val="hlink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175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Description : By using this api we will get all the venues in each neighborhood.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/>
        </p:nvSpPr>
        <p:spPr>
          <a:xfrm>
            <a:off x="397425" y="542250"/>
            <a:ext cx="80313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Approach</a:t>
            </a:r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717300" y="1097800"/>
            <a:ext cx="7709400" cy="3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9300" lvl="0" indent="-330200" algn="l" rtl="0">
              <a:lnSpc>
                <a:spcPct val="15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Char char="●"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Collect the new delhi city data from </a:t>
            </a:r>
            <a:r>
              <a:rPr lang="en-US" sz="16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Georgia"/>
                <a:ea typeface="Georgia"/>
                <a:cs typeface="Georgia"/>
                <a:sym typeface="Georgia"/>
                <a:hlinkClick r:id="rId3"/>
              </a:rPr>
              <a:t>Zomato kaggel dataset</a:t>
            </a:r>
            <a:endParaRPr sz="1600">
              <a:solidFill>
                <a:schemeClr val="hlink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302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Char char="●"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Using FourSquare API we will find all venues for each neighborhood.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302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Char char="●"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Filter out all venues that are nearby by locality.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302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Char char="●"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Using aggregative rating for each resturant to find the best places.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302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Char char="●"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Visualize the Ranking of neighborhoods using folium library(python)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/>
        </p:nvSpPr>
        <p:spPr>
          <a:xfrm>
            <a:off x="397425" y="542250"/>
            <a:ext cx="80313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08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/>
        </p:nvSpPr>
        <p:spPr>
          <a:xfrm>
            <a:off x="397425" y="542250"/>
            <a:ext cx="80313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Cluster 1:</a:t>
            </a: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06075"/>
            <a:ext cx="9144001" cy="29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0" y="1181850"/>
            <a:ext cx="9144000" cy="9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The Indian restaurants are most recommended venues nearby the locations.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97425" y="542250"/>
            <a:ext cx="80313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Cluster 2:</a:t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0" y="1181850"/>
            <a:ext cx="9144000" cy="9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It is recommended for the Hotel and Nightclubs venues areas:</a:t>
            </a:r>
            <a:endParaRPr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98450"/>
            <a:ext cx="9144001" cy="284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/>
        </p:nvSpPr>
        <p:spPr>
          <a:xfrm>
            <a:off x="397425" y="542250"/>
            <a:ext cx="80313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Cluster 3:</a:t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0" y="1181850"/>
            <a:ext cx="9144000" cy="9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It seems like pizza place,</a:t>
            </a:r>
            <a:endParaRPr/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98450"/>
            <a:ext cx="9144000" cy="284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397425" y="542250"/>
            <a:ext cx="80313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Cluster 4:</a:t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0" y="1181850"/>
            <a:ext cx="9144000" cy="9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It’s most recommended for cafes</a:t>
            </a:r>
            <a:endParaRPr/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98450"/>
            <a:ext cx="9144000" cy="284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/>
        </p:nvSpPr>
        <p:spPr>
          <a:xfrm>
            <a:off x="397425" y="542250"/>
            <a:ext cx="80313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Cluster 5:</a:t>
            </a:r>
            <a:endParaRPr/>
          </a:p>
        </p:txBody>
      </p:sp>
      <p:sp>
        <p:nvSpPr>
          <p:cNvPr id="115" name="Google Shape;115;p19"/>
          <p:cNvSpPr txBox="1"/>
          <p:nvPr/>
        </p:nvSpPr>
        <p:spPr>
          <a:xfrm>
            <a:off x="0" y="1181850"/>
            <a:ext cx="9144000" cy="9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Fast food, cafes are the most recommended venues</a:t>
            </a:r>
            <a:endParaRPr/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98450"/>
            <a:ext cx="9144000" cy="284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/>
        </p:nvSpPr>
        <p:spPr>
          <a:xfrm>
            <a:off x="397425" y="542250"/>
            <a:ext cx="80313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0" y="1181850"/>
            <a:ext cx="9144000" cy="39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9300" lvl="0" indent="-317500" algn="l" rtl="0">
              <a:lnSpc>
                <a:spcPct val="158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Chanakyapuri, Pitampura, Safdarjung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are some of the best neighborhoods for Chinese cuisine.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175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Panchsheel park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Nehru place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have the best Chinese Restaurant.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175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Connaught place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Rajouri garden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Malviya nagar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are the best places for edible person.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1750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Greater kailash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Feroze shah road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Saket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have best rated restaurants in New Delhi.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</Words>
  <Application>Microsoft Macintosh PowerPoint</Application>
  <PresentationFormat>On-screen Show (16:9)</PresentationFormat>
  <Paragraphs>46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Roboto</vt:lpstr>
      <vt:lpstr>Georgia</vt:lpstr>
      <vt:lpstr>Calibri</vt:lpstr>
      <vt:lpstr>Arial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Natalia Gutierrez Garcia</cp:lastModifiedBy>
  <cp:revision>1</cp:revision>
  <dcterms:modified xsi:type="dcterms:W3CDTF">2021-06-15T09:20:16Z</dcterms:modified>
</cp:coreProperties>
</file>